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"도구를 쓰는 한국어 에이전트에서, 안전장치를 어디에 둬야 하는가를 실측으로 답합니다." 10분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theater 3종(plea/spotlight/분류기 강제)은 무방어와 n.s. Tier A만 모든 실행을 0으로.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</dc:title>
  <dc:subject>PptxGenJS Presentation</dc:subject>
  <dc:creator>Created by Marp</dc:creator>
  <cp:lastModifiedBy>Created by Marp</cp:lastModifiedBy>
  <cp:revision>1</cp:revision>
  <dcterms:created xsi:type="dcterms:W3CDTF">2026-07-29T08:30:10Z</dcterms:created>
  <dcterms:modified xsi:type="dcterms:W3CDTF">2026-07-29T08:30:10Z</dcterms:modified>
</cp:coreProperties>
</file>