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【OWASP Top 10 for LLM 2025 · LLM01】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것이 사용자 발화만이 아닙니다. 그 도구가 돌려주는 값도 통제할 수 있습니다. 입력단만 검사하는 구성에서는 이쪽을 놓칩니다. 실제 사례로 EchoLeak, CVE-2025-32711 이 있습니다. 문서 하나를 읽게 만들어 에이전트가 스스로 데이터를 밖으로 보내게 한 취약점입니다.
⏩ [압축 20초] 공격이 들어오는 자리가 늘었습니다. 에이전트는 문서와 티켓을 읽고 스스로 도구를 호출합니다. 공격자가 손대는 건 발화만이 아니라 도구가 돌려주는 값이기도 합니다.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제로클릭 유출. 이 프로젝트의 공격 픽스처(kb_003)가 이것의 동형이다(src/agent/toolworld.py:78). 【CVE-2025-32711】
• Kanana / Prompt Guard — 각각 카카오의 한국어 안전 분류기(kakaocorp/kanana-safeguard-prompt-2.1b, 단일 발화 채점기로 공표), Meta 의 영어 인젝션 탐지 모델(평가 언어에 한국어 없음). 【모델 카드】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13초] 쟁점은 누가 실행을 막느냐입니다. 분류기에 강제를 맡기면 무방어와 구별되지 않는다 —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공격 성공률을 못 낮추는 조치. 통계적으로 무방어와 구별되지 않으면 theater 다. 선행 연구가 같은 현상을 보고했다 — spotlighting 은 정적 1% → 적응형 &gt;95%. 【arXiv 2503.00061】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유도됩니다. run_id 해시 계보는 **신규 실행분부터** 각인되며, 현 동결 헤드라인 434행은 provenance 도입 이전 산출물이라 해시가 없고 metadata_source=backfilled_from_docs 로 표시됩니다.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**신규 기여로 주장하지 않는다** — 선행 연구 재현이며 한국어·도구채널로 이식한 것이다. 【ARGUS · arXiv 2605.03378】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
**행별로 물어올 만한 것**
· 4-seam ReAct 루프 — 검사 지점을 만드는 뼈대라 강제 권한이 '—' 다. AFC off 가 핵심으로, 켜두면 모델이 게이트를 건너뛴다.
· Tier A — 유일하게 '학습 없음' 이다. 위험티어·allowlist·인자스키마·egress DLP 네 가지 결정적 규칙으로만 판정한다.
· Tier B — 구현했고 켜면 실제로 차단한다('있음'). A 위에서 추가 감소가 0 이었을 뿐이고, Tier A 가 이미 0 이라 바닥 효과다.
· Tier C — '미구현' 이다. 설계 명세만 제출했고 S16 한계에도 적었다.
· PII 볼트 — 런타임 기본은 RegexVault(의존성 0)다. Presidio 는 선택/결함 실험용, R6 NER 은 오프라인이라 런타임 미편입.
· authN/authZ·HITL — 대화-고객 바인딩이 confused-deputy 를 구조적으로 막고, 비가역 도구는 사람 승인으로 뺀다.
· 생성 모델 — 강제 권한이 '—' 인 이유는 P-LLM 이 판정 주체가 아니기 때문이다.
· 안전 레일 4종 — 유일하게 '없음(log-only)' 이다. 정책 스키마가 차단을 표현할 수 없게 봉인돼 있다(config.py:47).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먼저 모델 역할을 구분해 두겠습니다 — 헤드라인 60건 평가는 gpt-4o-mini 단독이고, Gemini 는 function-call 계약 스모크만 확인했으며, 이 영상은 FakeProvider 고정 재생입니다.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34초] 요청 하나를 따라가 보겠습니다. 헤드라인 평가는 gpt-4o-mini 단독입니다. 검색이 돌려준 문서에 주민번호를 외부로 보내라는 지시가 숨어 있고, 레일은 0.038 로 놓칩니다. 모델은 그대로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statsmodels 를 쓰지 않고 math.comb 로 자체 구현했다(eval/stats.py:34). 【McNemar 1947】
• Wilson score CI — 비율의 신뢰구간. 표본이 작거나 0/1 에 가까울 때 정규근사보다 안정적이라 t-ASR 0.00 같은 경계값에 적합하다. 【Wilson 1927】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
**행별로 물어올 만한 것**
· t-ASR — 주 지표. 목표 ≤0.05 에 실측 0.00(무방어 0.17).
· ASR_attempted — **목표 ±5pp 는 전체 합계 기준이고 실측 0.0pp 로 충족한다**(none 0.167 → tier_a 0.167). 괄호의 clean 0.30→0.40 은 하위집단 값이라 +10pp 이고, 이것만 보면 미달로 오해할 수 있다. 게이트가 모델의 시도를 바꾸지 않는다는 게 이 행의 요점이다.
· 난독화 불변 — 게이트 판정 근거가 도구 identity·정책이라 페이로드 표기가 바뀌어도 같다.
· 탐지기 붕괴 — **난독화 4종 중 base64 에서만** 무너진다. 호모글리프 0.97·자모분해 0.994 는 견딘다.
· 교차언어 전이 — 붕괴의 주된 원인은 난독화가 아니라 이쪽이다(KO 0.0).
· PII 유출률 — 매핑된 PII 기준이며 라우팅 인자 복원은 집계에서 제외한다.
· BPR·과차단 — 정상셋이 n=2 라 판별력이 얇다는 것을 그대로 적었다.
· span F1 / Macro-F1 — 부록 축이며 헤드라인 주장에 포함하지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29초] 핵심 결과입니다. 공격 60건, 무방어 0.17. 애원 0.18, 데이터마킹 0.25, 영어 학습 레일에 강제를 맡긴 구성 0.17 — 무방어와 구별되지 않습니다. 게이트만 0.00. 군집 단위로는 유의하지 않아 일관된 차단까지만 주장합니다.
────────────────────────────────────────
📖 [용어·배경]
• arm — 애블레이션의 한 실험 조건. none/plea/spotlight/classifier_gate/tier_a 등.
• plea / spotlight — 각각 '공격 무시해달라'는 시스템 프롬프트 애원, 비신뢰 데이터에 구분자를 씌우는 데이터마킹. **이 구현은 지시문 주입만 전 경로에 적용되고 구분자 래핑은 문자열 반환에만 걸린다**(policy.py:426 isinstance str) — search_kb 는 list 를 돌려주므로 헤드라인 경로에서는 래핑이 적용되지 않았다. 이 arm 의 결과를 spotlighting 기법 전체로 일반화하면 안 된다. 【arXiv 2403.14720】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장의 원인 분석이 아니라 별도 실험입니다** — 앞 장의 강제 arm 은 영어 학습 레일이고, 이 장은 Kanana 의 입력 배선 실험입니다. 분류기 탐지가 배선에 민감할 수 있다는 독립적인 증거로 봐 주십시오.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20초] 별도 실험입니다. 같은 Kanana 에 같은 문장을 넣되 경로만 바꿨습니다. 발화 1.0, 대화 템플릿 0.0, 도구 문자열 1.0. 탐지가 배선에 민감하다는 뜻입니다.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장의 원인 분석이 아니라 별도 실험입니다** — 앞 장의 강제 arm 은 영어 학습 레일이고, 이 장은 Kanana 의 입력 배선 실험입니다. 같은 모델도 배선에 따라 탐지가 달라진다는 독립적인 증거로 봐 주십시오.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지표를 정확히 말씀드리면 model_view 는 모델이 본 값이 아니라 **모델이 생성한 도구 인자** 에 원본이 들어갔는지를 잽니다. 볼트를 끄면 이메일이 0.75 인데 켜면 여덟 건 모두 0 입니다. 라우팅 인자인 to·account 는 실행 경계에서 원본으로 복원되므로 이 집계에서 제외되고, 트레이스 전체 마스킹도 아직 미적용입니다. 비식별에 실패하면 원본을 넘기지 않고 아예 차단합니다.
⏩ [압축 16초] 볼트를 켜면 모델이 생성한 도구 인자와 비인가 필드에서 매핑된 원본 노출이 여덟 건 모두 0 입니다. 비식별 실패 시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파생 가중치가 CC-BY-SA 를 상속해 수치 보고만 하고 재배포는 지양한다. 【KLUE · arXiv 2105.09680】
────────────────────────────────────────
[상세 노트 · Q&amp;A/리허설용]
탐지 축이라 헤드라인 주장과는 분리해서 봐주십시오. 슬라이드 제목의 '부록'은 주장 범위를 뜻하며, 영상 포함 여부는 문서 앞머리의 녹화 세트를 따릅니다.
**행별로 물어올 만한 것**
· R6 PII NER — klue/roberta-small, openpii-ko 20k 서브샘플 9개체, lr 3e-5·3ep·bs16, span F1 0.9845. **행단위 랜덤분할이라 누수 가능 상한** 이고 템플릿 홀드아웃이 아니다.
· R7 유해성 — klue/roberta-base, K-MHaS 9클래스 멀티라벨, BCEWithLogits(softmax 쓰면 안 된다), Macro-F1 0.709 · test n=21,939.
· Ko-AgentGuard — TF-IDF char_wb(3-5)+word(1-2), LR C=4.0 class_weight balanced. **F1 0.994 는 상한** 이다 — 양성이 체계적으로 길어(543자 vs 215자) 길이 특징 하나만 쓴 LR 도 0.957 이 나온다.
· e5 + LR — multilingual-e5-small 인코더 동결, 'query: ' 접두가 필수이고 L2 정규화 384d. EN 0.954 / KO 0.0 으로 교차언어 전이에 실패했다.
· 런타임 역할 열 — R6·R7 은 오프라인 부록이고, Ko-AgentGuard·e5 는 운영에 붙지만 LOG-ONLY 다. 넷 다 실행 차단에는 쓰지 않는다.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막습니다. 다만 이 계보는 신규 실행분부터 적용되고, 지금 동결된 헤드라인 434행은 도입 이전 산출물입니다.
⏩ [압축 14초] 남는 것은 셋입니다. 한국어 평가셋, Presidio 인식기 결함 두 건, 테스트 137개로 뒷받침한 재현성입니다.
────────────────────────────────────────
📖 [용어·배경]
• 계보(provenance) / run_id — 결과 한 줄마다 어떤 데이터·정책·레일로 나왔는지 해시를 각인해, 하나라도 바뀌면 옛 결과가 자동 격리되게 한 장치. **신규 실행분부터 적용된다** — 현 동결 헤드라인 434행은 도입 이전 산출물이라 해시가 없다(metadata_source=backfilled_from_docs). 구현: eval/run.py:246 · 격리 필터 eval/ablation.py:74
• Presidio — Microsoft 의 오픈소스 PII 탐지·비식별 라이브러리(실측 2.2.364). 이 프로젝트는 한국어 인식기 결함 2건을 정량 확인했다 — 여권 인식기 supported_language="kr"(≠ko) 오등록, RRN 인식기 컨텍스트 단어에 한글 0개. 【upstream 이슈 대상】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 에 데이터셋·정책·레일 아티팩트 해시를 박습니다. 셋 중 하나라도 바뀌면 옛 결과가 자동으로 격리됩니다. **다만 이건 신규 실행분부터입니다** — 지금 동결된 헤드라인 434행은 provenance 도입 이전 산출물이라 해시가 없고 metadata_source=backfilled_from_docs 로 표시됩니다. 슬라이드 본문에도 그렇게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다만 이 데모는 고정 재생이라 모델이 실제로 속는 장면은 아닙니다. 같은 위험 호출이 제시됐을 때 무방어는 실행하고 게이트 구성은 실행 직전에 막는다는 것을 보이는 것입니다. 모델의 실제 취약성은 라이브 평가 쪽 결과입니다. 유출 카운터가 무방어에서 1, 게이트에서 0 인 것이 이 시스템의 핵심 불변식입니다.
⏩ [압축 15초] 데모는 키 없이 재현됩니다. 같은 위험 호출을 세 구성에 재생하면 무방어만 실행됩니다. 유출 카운터는 무방어 1, 게이트 0.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**단 이 데모는 고정 재생이라 모델이 실제로 속는 장면이 아닙니다** — 같은 위험 호출이 제시됐을 때 무방어는 실행하고 게이트는 실행 직전에 막는다는 것을 보이는 것입니다. 모델의 실제 취약성은 라이브 애블레이션 결과 쪽입니다.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**컷①·②는 볼트를 끈 구성이라** 「AFTER_TOOL → MODEL」 줄에도 같은 원본이 그대로 보입니다. 토큰화(&lt;KR_RRN_1&gt;)는 dlp_vault 를 켠 구성에서만 일어나며, 그 대비는 S11 슬라이드 표나 부록 D 의 --defenses tier_a,dlp_vault 실행 화면으로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이 프로젝트는 설계 명세만 제출했다. 【CaMeL · arXiv 2503.18813, Dual-LLM(Willison)】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19초] 한계부터 말씀드립니다. 예측 하나가 반증됐고 코퍼스가 작습니다. 분류기 전반의 우열은 주장하지 않습니다. 실행 권한은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다만 Tier A 가 이미 0 이라 바닥 효과가 있으므로, 이번 표본에서 추가 감소가 관측되지 않았다까지가 정확합니다.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다만 **Tier A 가 이미 0 이라 더 내려갈 자리가 없는 바닥 효과** 이므로, 이번 표본에서 추가 감소가 관측되지 않았다까지가 정확한 서술입니다.
Tier B 는 A 위에서 공격을 더 줄이지 못했습니다. 다만 Tier A 가 이미 0 이라 바닥 효과가 있고, Tier B 는 켜면 taint 기반 차단을 실제로 수행합니다(S6 강제 권한 열의 있음). 기본 운영 구성에서 쓰지 않는 것과 log-only 인 것은 다릅니다.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발화만이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검사하는 구성은 공격이 지나가는 이 지점을 놓친다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 는 지시문 주입은 적용되나 구분자 래핑은 </a:t>
            </a:r>
            <a:r>
              <a:rPr lang="en-US" sz="1100" b="1" dirty="0">
                <a:solidFill>
                  <a:srgbClr val="5B6B7F"/>
                </a:solidFill>
                <a:latin typeface="Apple SD Gothic Neo" pitchFamily="34" charset="0"/>
                <a:ea typeface="Apple SD Gothic Neo" pitchFamily="34" charset="-122"/>
                <a:cs typeface="Apple SD Gothic Neo" pitchFamily="34" charset="-120"/>
              </a:rPr>
              <a:t>문자열 반환에만</a:t>
            </a:r>
            <a:r>
              <a:rPr lang="en-US" sz="1100" dirty="0">
                <a:solidFill>
                  <a:srgbClr val="5B6B7F"/>
                </a:solidFill>
                <a:latin typeface="Apple SD Gothic Neo" pitchFamily="34" charset="0"/>
                <a:ea typeface="Apple SD Gothic Neo" pitchFamily="34" charset="-122"/>
                <a:cs typeface="Apple SD Gothic Neo" pitchFamily="34" charset="-120"/>
              </a:rPr>
              <a:t> 걸린다(policy.py:426 isinstance str) — search_kb 는 list 를 돌려주므로 헤드라인 경로에서 래핑 미적용. 이 arm 을 spotlighting 기법 전체의 성능으로 일반화할 수 없다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이번 표본에서 추가 감소 없음 (Tier A 가 이미 0 이라 바닥 효과)</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2026-07-29T18:09:04Z</dcterms:created>
  <dcterms:modified xsi:type="dcterms:W3CDTF">2026-07-29T18:09:04Z</dcterms:modified>
</cp:coreProperties>
</file>