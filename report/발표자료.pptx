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장이 '무엇으로 만들었나'였다면 이 장은 '요청이 어떻게 흐르나'입니다.
세부 라벨을 다 읽지 마시고 두 가지만 보시면 됩니다.
첫째, 왼쪽 세로 흐름입니다. 요청이 인증을 지나 ReAct 루프로 들어가고, 도구를 호출하려면 ★before_tool★ 게이트를 반드시 통과해야 합니다. 우회 경로가 없습니다.
둘째, 오른쪽 위 ③ 관측 블록입니다. 실행 중 상태를 여기서 읽습니다.
도구는 5종이고 위험티어가 다릅니다. search_kb는 readonly, send_email은 external이라 수신자 allowlist를 통과해야 하고, issue_refund는 irreversible이라 게이트를 통과해도 바로 실행되지 않고 HITL 승인 큐로 갑니다. 요청자와 승인자가 다른 사람이어야 하고, Idempotency-Key를 제공한 동일 요청 재시도는 중복 실행이 제거됩니다(키는 선택 헤더라 키 없이 같은 요청을 다시 보내면 별개 승인·실행으로 잡힙니다).
하나 더 — authz에 대화-고객 바인딩이 있습니다. 조회는 고객 A인데 발송은 고객 B로 나가는 confused-deputy 공격을 구조적으로 막습니다. 키가 여러 고객을 담당해도 요청이 지정한 한 고객으로 스코프가 좁혀집니다.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여기부터는 부록입니다. 헤드라인 주장과는 분리해서 봐주십시오.
RunPod RTX 4090에서 세 가지를 학습했습니다.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재현 절차 백업입니다. 위 네 줄은 API 키 없이 그대로 돕니다.
아래 블록은 발표 자산 재생성 순서입니다. 그림이 results/를 읽고 슬라이드가 그림을 읽으므로 이 순서를 지켜야 합니다. 역순으로 하면 낡은 자산이 렌더됩니다.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24128"/>
            <a:ext cx="11057839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흐름 — 요청이 게이트를 반드시 통과한다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1024128"/>
            <a:ext cx="7498080" cy="5138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15568"/>
            <a:ext cx="5285232" cy="276148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43000"/>
            <a:ext cx="6035040" cy="3447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SOTA):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안 보이는 건 여전히 안 보인다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유출돼도 '토큰'만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43000"/>
            <a:ext cx="5943600" cy="3392424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레일 — GPU 실측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560320"/>
                <a:gridCol w="2560320"/>
                <a:gridCol w="219456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 20k,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 20k,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 교차언어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multilingual-e5-small(동결)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2004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32004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→ 인코더만 다국어로 바꿔도 한국어·채널 문제는 해결되지 않는다 (논지 재확인)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66928" y="393192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klue 파생 가중치는 CC-BY-SA 상속 → 수치 보고만, 공개 재배포 지양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축은 '탐지'용 부록 — 헤드라인 주장(강제 = 게이트)과 분리한다.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78992"/>
            <a:ext cx="11057839" cy="29809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재현 절차 (키 불요 경로)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1143000"/>
            <a:ext cx="11057839" cy="4572000"/>
          </a:xfrm>
          <a:prstGeom prst="roundRect">
            <a:avLst>
              <a:gd name="adj" fmla="val 1000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280160"/>
            <a:ext cx="10655503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검증 (키 불요)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                 # 무방어=유출 vs 게이트=차단 3-arm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                   # 실행 과정 타임라인 HTML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pytest -q                        # 125 passed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eval.ablation                    # runs.jsonl → 표·p값 재집계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발표 자산 재생성 (반드시 이 순서)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eval.ablation                    # ① results/*.csv|json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                 # ② demo_traces.jsonl (바이트 재현)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                   # ③ trace_view.html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scripts.gen_trace_shot           # ④ figs/trace_view.png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scripts.gen_slide_figs           # ⑤ figs/fig_*.png  (matplotlib 필요)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scripts.gen_arch_stack           # ⑥ docs/architecture_stack.png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scripts.gen_model_arch           # ⑦ docs/모델_아키텍처_사진.png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scripts/pptx &amp;&amp; npm run build           # ⑧ 발표자료.pptx + 발표자료.md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scripts.export_deck_pdf          # ⑨ 발표자료.pdf (Keynote 파생)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2026-07-29T09:26:01Z</dcterms:created>
  <dcterms:modified xsi:type="dcterms:W3CDTF">2026-07-29T09:26:01Z</dcterms:modified>
</cp:coreProperties>
</file>