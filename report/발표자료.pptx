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15초] SafeAgent-KR 입니다. 강제는 분류기가 아니라 결정적 게이트가 담당해야 한다는 결론을 실측 근거와 함께 제시합니다.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[15초]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KISA·과기정통부 가이드는 프롬프트 인젝션을 위협으로 지목하지만 재현 가능한 한국어 테스트 코퍼스를 제공하지 않습니다. 안전 런타임과 평가셋을 직접 구축하고 게이트와 분류기의 기여를 애블레이션으로 분리 측정했습니다.
⏩ [압축 16초] KISA 가이드는 인젝션을 위협으로 지목하지만 한국어 평가 코퍼스를 제공하지 않습니다. 그래서 런타임과 평가셋을 직접 구축했습니다.
────────────────────────────────────────
📖 [용어·배경]
• 간접 프롬프트 인젝션 — 공격자가 사용자 발화가 아니라 에이전트가 읽는 데이터(검색 문서·티켓·메모)에 명령을 심는 공격.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
[22초]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23초] 공격 표면이 이동했습니다. 에이전트는 검색 문서와 티켓을 읽고 스스로 도구를 호출합니다. 공격자가 통제하는 것은 사용자 발화가 아니라 도구 반환값입니다. EchoLeak 이 실제 사례입니다.
⏩ [압축 13초] 공격 표면이 이동했습니다. 공격자가 통제하는 것은 사용자 발화가 아니라 에이전트가 읽는 도구 반환값입니다.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취약점.
• Kanana / Prompt Guard — 각각 카카오의 한국어 안전 분류기, Meta 의 영어 인젝션 탐지 모델.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28초] 온디바이스 분류기가 해답인지 검토합니다. 축을 분리해야 합니다. 모델의 실행 위치는 쟁점이 아니며 탐지와 강제 중 어느 역할을 맡느냐가 쟁점입니다. 분류기가 신뢰 경계가 되면 무방어와 구별되지 않는다는 것이 사전에 명시한 가설입니다.
⏩ [압축 17초] 축을 분리해야 합니다. 위치가 아니라 탐지냐 강제냐가 쟁점입니다. 분류기가 신뢰 경계가 되면 무방어와 구별되지 않는다는 것이 사전 가설입니다.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실제로는 공격 성공률을 못 낮추는 조치. 통계적으로 무방어와 구별되지 않으면 theater.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34초] 구현은 5계층입니다. FastAPI 와 역할 인증 위에서 도구 실행 권한 판정은 네 개 seam 중 before_tool 로 수렴하고, 나머지 seam 은 fail-closed 차단을 담당합니다. 생성 모델과 안전 분류기를 함께 사용하지만 학습 모델에는 차단 권한을 부여하지 않습니다.
⏩ [압축 19초] 구현은 5계층입니다. 도구 실행 권한은 before_tool 로 수렴하고 나머지 seam 은 fail-closed 입니다. 학습 모델은 전부 로그 전용입니다.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35초] 구성요소를 목적별로 정리한 표입니다. 방어는 Tier A·B·C 로 설계했고 A 는 결정적 게이트로 구현했으며, B 는 오염 추적으로 구현했으나 A 위에서 추가 감소가 0 이었고, C 는 설계 명세만 제출했습니다. 강제 권한 열을 보면 결정적 규칙만 있음이고 학습 모델은 전부 로그 전용입니다.
⏩ [압축 12초] 구성요소 표입니다. 강제 권한 열을 보면 결정적 규칙만 있음이고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자료용 상세 슬라이드입니다(영상에서는 생략).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58초] 요청 한 건의 실행 경로입니다. 조회와 검색은 위험 티어가 낮아 통과합니다. 검색이 반환한 문서에 주민등록번호를 외부 주소로 발송하라는 지시가 삽입되어 있고, 레일은 이를 0.038 로 채점해 임계 0.5 에 미달합니다. 라이브 gpt-4o-mini 에서 관측된 공격 형태의 도구 호출을 영상에서는 FakeProvider 로 고정 재생합니다. 동일한 시도에서 방어 구성만 바꾸면 무방어는 실행되고 Tier A 는 allowlist 로, 볼트 구성은 dlp.egress 로 차단합니다.
⏩ [압축 28초] 요청 한 건의 실행 경로입니다. 검색이 반환한 문서에 주민등록번호를 외부로 발송하라는 지시가 삽입되어 있고 레일은 0.038 로 탐지에 실패합니다. 동일 시도에서 무방어는 실행되고 Tier A 는 allowlist 로 차단합니다.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
[44초]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지표 정의입니다. 핵심은 t-ASR 이며 공격 시도 여부가 아니라 실행까지 도달한 비율을 측정합니다. 안전 지표와 함께 정상 업무 완수율인 BPR 을 병행 확인합니다. 한쪽만 보면 안전장치의 가치를 과대평가하기 때문입니다.
⏩ [압축 10초] 지표 정의입니다. 핵심은 t-ASR 이며 시도가 아니라 실행까지 도달한 비율입니다.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 Wilson score CI — 비율의 신뢰구간. 표본이 작거나 0/1 에 가까울 때 정규근사보다 안정적.
• span F1 / Macro-F1 — span F1=NER 구간 일치 F1. Macro-F1=클래스별 F1 의 단순 평균(희소 클래스에 민감).
────────────────────────────────────────
[상세 노트 · Q&amp;A/리허설용]
자료용 상세 슬라이드입니다(영상에서는 생략).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51초] 동일 공격 60건을 다섯 가지 방어 구성으로 측정했습니다. 무방어 0.17 대비 프롬프트 애원 0.18, 데이터마킹 0.25, 분류기 강제 0.17 로 모두 무방어와 통계적으로 구별되지 않습니다. 결정적 게이트만 0.00 입니다. 다만 난독화 변형 간 상관을 제거한 군집 단위로 재분석하면 p 는 0.125 로 유의 임계에 미달합니다. 따라서 무방어가 성공한 모든 사례를 게이트가 차단했고 방향이 일관된다는 것까지를 주장합니다.
⏩ [압축 27초] 동일 공격 60건입니다. 무방어 0.17 대비 애원 0.18, 데이터마킹 0.25, 분류기 강제 0.17 은 구별되지 않고 결정적 게이트만 0.00 입니다. 군집 단위로는 유의 임계에 미달하므로 구조적 차단까지를 주장합니다.
────────────────────────────────────────
📖 [용어·배경]
• arm — 애블레이션의 한 실험 조건. none/plea/spotlight/classifier_gate/tier_a 등.
• plea / spotlight — 각각 '공격 무시해달라'는 시스템 프롬프트 애원, 비신뢰 데이터에 구분자를 씌우는 데이터마킹.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
[90초]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47초] 동일 페이로드를 세 배선으로 입력했습니다. 사용자 발화 1.0, native 대화 템플릿 0.0, 도구 반환 문자열 직접 채점 1.0 입니다. 0.0 의 원인은 모델 성능이 아니라 chat template 이 tool 턴을 제거하기 때문입니다. 우리 런타임은 세 번째 배선이므로 이 구성에서 Kanana 는 1.0 으로 탐지합니다. 탐지 성패를 가르는 것은 모델이 아니라 어댑터 배선입니다.
⏩ [압축 21초] 세 배선으로 입력하면 발화 1.0, 대화 템플릿 0.0, 도구 문자열 직접 1.0 입니다. 우리 런타임은 세 번째입니다. 탐지 성패를 가르는 것은 모델이 아니라 배선입니다.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21초] DLP 는 차단을 통과한 경우 무엇이 나가는지를 다룹니다. 볼트를 켜면 매핑된 PII 기준 원본 노출은 0 퍼센트이고, 비식별에 실패하면 원본을 전달하지 않고 차단합니다.
⏩ [압축 11초] 볼트를 켜면 매핑된 PII 기준 원본 노출은 0 퍼센트이고 비식별 실패 시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35초] 학습·추론 파이프라인은 넷입니다. R6·R7 은 KLUE-RoBERTa 전체 파인튜닝, e5 는 인코더 동결 후 헤드만 학습, Ko-AgentGuard 는 TF-IDF 와 로지스틱 회귀입니다. 핵심은 e5 의 한국어 F1 이 0.0 이라는 점이며 인코더를 다국어로 교체해도 해결되지 않습니다.
⏩ [압축 17초] 학습 파이프라인 넷은 탐지 축이며 운영에서는 전부 로그 전용입니다. 핵심은 영어로 학습한 e5 의 한국어 F1 이 0.0 이라는 점입니다.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
[상세 노트 · Q&amp;A/리허설용]
여기부터는 부록입니다. 헤드라인 주장과는 분리해서 봐주십시오.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17초] 산출물은 평가셋 KoTIP-Bench, Presidio 한국어 인식기 결함 2건, 그리고 129개 테스트와 계보 해시로 뒷받침한 재현성입니다.
⏩ [압축 7초] 기여는 평가셋, Presidio 결함 2건, 재현성입니다.
────────────────────────────────────────
📖 [용어·배경]
• 계보(provenance) / run_id — 결과 한 줄마다 어떤 데이터·정책·레일로 나왔는지 해시를 각인. 하나라도 바뀌면 옛 결과가 자동 격리된다.
• Presidio — Microsoft 의 오픈소스 PII 탐지·비식별 라이브러리. 이 프로젝트는 한국어 인식기 결함 2건을 보고.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129개가 통과하고, run_id에 데이터셋·정책·레일 아티팩트 해시를 박아둡니다. 그래서 셋 중 하나라도 바뀌면 옛 결과가 자동으로 격리됩니다. 오래된 수치가 새 결과인 척 섞이는 사고를 구조적으로 막습니다.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데모는 API 키 없이 재현됩니다. 동일 공격을 세 구성으로 재생하면 무방어에서만 유출이 실행됩니다. 유출 카운터가 무방어 1, 게이트 0 인 것이 핵심 불변식입니다.
⏩ [압축 13초] 데모는 키 없이 재현됩니다. 무방어에서만 유출이 실행되고 유출 카운터는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향후 계획은 세 단계입니다. 단기는 공격 시나리오를 30개 이상으로 확대해 검정력을 확보하는 것이고, 중기는 상태 영속화와 외부 경보 연동이며, 장기는 미구현 상태인 Tier C 격리 구현입니다.
⏩ [압축 11초]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32초] 한계를 그대로 보고합니다. 사전 명시한 예측 하나가 반증되었고 코퍼스 규모가 작습니다. 이 실험 범위에서 분류기 단독 강제는 배선과 언어에 의존했습니다. 도구 실행 권한은 결정적 게이트가 보유하고, 분류기는 취약 지점을 측정하는 계측기로 사용해야 합니다. 감사합니다.
⏩ [압축 21초] 예측 하나가 반증되었고 코퍼스가 작습니다. 이 범위에서 분류기 단독 강제는 배선과 언어에 의존했습니다. 실행 권한은 게이트가, 분류기는 계측기로 사용해야 합니다.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부록입니다. 7-arm 전체와 군집 단위 재분석입니다. 누적 arm 을 적용해도 t-ASR 이 0.00 으로 동일하므로 Tier B 와 분류기에는 추가 이득이 없습니다.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15초] 부록입니다. 전체 배선도이며, 도구 실행 직전 경로가 before_tool 하나로만 수렴하는 것을 확인할 수 있습니다.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1,900줄 별도) · 테스트 129</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129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123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2026-07-29T14:57:35Z</dcterms:created>
  <dcterms:modified xsi:type="dcterms:W3CDTF">2026-07-29T14:57:35Z</dcterms:modified>
</cp:coreProperties>
</file>