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SafeAgent-KR 입니다. 결론부터 말씀드리겠습니다.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29초] 배경은 이렇습니다. KISA·과기정통부 가이드는 프롬프트 인젝션을 위협으로 지목합니다. 그런데 정작 한국어로 시험해볼 코퍼스가 없습니다. 그래서 안전 런타임과 평가셋을 직접 만들고, 게이트와 분류기의 기여를 애블레이션으로 갈라 재봤습니다.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25초] 공격 표면이 이동했습니다. 에이전트는 검색 문서와 티켓을 읽고 스스로 도구를 호출합니다. 공격자가 손대는 건 사용자 발화가 아닙니다. 에이전트가 읽는 도구 반환값입니다. EchoLeak 이 실제 사례입니다.
⏩ [압축 19초] 공격이 들어오는 자리가 바뀌었습니다. 에이전트는 문서와 티켓을 읽고 스스로 도구를 호출합니다. 공격자가 손대는 건 발화가 아니라 도구가 돌려주는 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그럼 온디바이스 분류기를 쓰면 되는가. 축을 갈라야 합니다. 쟁점은 모델이 어디서 도느냐가 아니라, 누가 실행을 막느냐입니다. 분류기가 그 자리에 서면 무방어와 구별되지 않는다 — 이게 사전에 적어둔 가설입니다.
⏩ [압축 21초] 축을 나눠야 합니다. 쟁점은 모델이 어디서 도는지가 아니라, 탐지를 맡길지 강제를 맡길지입니다. 분류기에 강제를 맡기면 무방어와 구별되지 않을 것이라고 사전에 적어두었습니다.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32초] 구현은 5계층입니다. FastAPI 와 역할 인증 위에서, 실행 권한 판정은 before_tool 한 곳으로 모읍니다. 오류나 비식별 실패는 전부 fail-closed, 막고 봅니다. 생성 모델과 안전 분류기를 함께 쓰지만 학습 모델에는 차단 권한을 주지 않습니다.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36초] 구성요소를 목적별로 정리한 표입니다. 방어는 Tier A·B·C 로 설계했습니다. A 는 결정적 게이트로 구현했고, B 는 오염 추적으로 구현했으나 A 위에서 추가 감소가 0 이었으며, C 는 설계 명세만 냈습니다. 강제 권한 열만 보십시오. 결정적 규칙만 있음이고, 학습 모델은 전부 로그 전용입니다.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요청 하나를 따라가 보겠습니다. 조회와 검색은 위험 티어가 낮아 그냥 지나갑니다. 그런데 검색이 돌려준 문서에 주민등록번호를 외부로 보내라는 지시가 숨어 있습니다. 레일은 0.038, 못 잡습니다. 모델은 그대로 발송을 시도합니다. 여기서 갈립니다 — 무방어는 실행되고, Tier A 는 수신자 허용목록에서, 볼트 구성은 본문 PII 에서 막습니다.
⏩ [압축 29초] 요청 하나를 따라가 보겠습니다. 검색이 돌려준 문서에 주민등록번호를 외부로 보내라는 지시가 숨어 있습니다. 레일은 0.038 로 놓치고, 모델은 그대로 발송을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뒤에 나올 숫자들이 무엇을 재는지 정의한 표입니다. 핵심은 t-ASR — 공격을 시도했느냐가 아니라 실행까지 갔느냐를 셉니다. 안전 지표만 보면 안 되므로 정상 업무 완수율인 BPR 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핵심 결과입니다. 같은 공격 60건, 무방어가 0.17 입니다. 프롬프트 애원 0.18, 데이터마킹 0.25, 영어 학습 레일에 강제를 맡긴 구성이 0.17 — 셋 다 무방어와 통계적으로 구별되지 않습니다. 결정적 게이트만 0.00 입니다. 다만 난독화 변형의 상관을 걷어낸 군집 단위로는 유의하지 않습니다. 그래서 관측된 성공을 일관되게 막았다는 선까지만 주장합니다.
⏩ [압축 34초] 핵심 결과입니다. 같은 공격 60건입니다. 방어가 없을 때 0.17, 애원 0.18, 데이터마킹 0.25, 분류기에 강제를 맡겨도 0.17 로 구별되지 않습니다. 그 분류기는 한국어를 거의 못 보는 영어 학습 레일입니다. 게이트만 0 입니다. 다만 군집 단위로는 유의하지 않습니다.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같은 모델, 같은 페이로드입니다. 배선만 바꿨습니다. 사용자 발화로 주면 1.0, native 대화 템플릿에 넣으면 0.0, 도구 반환 문자열을 직접 채점하면 다시 1.0 입니다. 0.0 의 원인은 성능이 아니라 chat template 이 tool 턴을 버리기 때문입니다. 우리 런타임은 세 번째입니다. 탐지 성패를 가른 건 모델이 아니라 배선입니다.
⏩ [압축 24초] 같은 모델에 같은 문장을 넣되 경로만 바꿨습니다. 발화로 주면 다 잡고, 대화 템플릿에 넣으면 못 잡고, 도구 문자열을 직접 채점하면 다시 다 잡습니다. 탐지를 가른 건 모델이 아니라 연결 방식입니다.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DLP 입니다. 막았더라도 무엇이 나가는지는 따로 봐야 합니다. 볼트를 켜면 매핑된 PII 기준 원본 노출이 0 퍼센트이고, 비식별에 실패하면 원본을 넘기지 않고 아예 차단합니다.
⏩ [압축 15초] 볼트를 켜면 매핑된 개인정보는 원본이 나가지 않습니다. 여덟 건 모두 0 퍼센트였습니다. 비식별에 실패하면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37초] 학습·추론 파이프라인은 넷입니다. R6·R7 은 KLUE-RoBERTa 전체 파인튜닝, e5 는 인코더를 얼리고 헤드만, Ko-AgentGuard 는 TF-IDF 와 로지스틱 회귀입니다. 핵심은 하나입니다 — 영어로 학습한 e5 가 한국어에서 F1 0.0 입니다. 인코더를 다국어로 바꿔도 해결되지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남는 건 셋입니다. 한국어 도구채널 평가셋 KoTIP-Bench, Presidio 한국어 인식기 결함 2건, 그리고 137개 테스트와 계보 해시로 받친 재현성입니다.
⏩ [압축 14초] 남는 것은 셋입니다. 한국어 평가셋, Presidio 인식기 결함 두 건, 테스트 137개로 뒷받침한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run_id에 데이터셋·정책·레일 아티팩트 해시를 박아둡니다. 그래서 셋 중 하나라도 바뀌면 옛 결과가 자동으로 격리됩니다. 오래된 수치가 새 결과인 척 섞이는 사고를 구조적으로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데모입니다. API 키 없이 재현됩니다. 같은 공격을 세 구성으로 재생하면 무방어에서만 유출이 실행됩니다. 유출 카운터가 무방어 1, 게이트 0 — 이게 이 시스템의 핵심 불변식입니다.
⏩ [압축 19초] 데모는 API 키 없이 재현됩니다. 같은 공격을 세 구성으로 재생하면 방어가 없을 때만 유출이 실행됩니다.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앞으로는 셋입니다. 단기는 공격 시나리오를 30개 이상으로 늘려 검정력을 확보하는 것, 중기는 상태 영속화와 외부 경보 연동,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한계부터 말씀드립니다. 사전에 적어둔 예측 하나가 반증됐고, 코퍼스가 작습니다. 분류기 강제는 한국어를 거의 못 보는 영어 학습 레일로만 재봤습니다. 그래서 분류기 일반의 우열은 주장하지 않습니다. 이번 범위에서 확인한 건 하나입니다 — 분류기 판정은 언어와 배선에 따라 달라졌고, 실행 권한은 결정적 게이트가 갖는 설계가 가장 일관됐습니다. 감사합니다.
⏩ [압축 27초] 한계부터 말씀드리겠습니다. 사전 예측 하나가 반증됐고 코퍼스가 작습니다. 분류기 전반의 우열은 주장하지 않습니다. 이번 실험에서 확인한 건 하나입니다. 실행 권한은 결정적 게이트가 갖는 설계가 가장 일관됐습니다.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부록입니다. 7-arm 전체와 군집 단위 재분석입니다. 누적 arm 을 얹어도 t-ASR 이 0.00 그대로라, Tier B 와 분류기에는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14초] 부록입니다. 전체 배선도이며, 도구 실행 직전 경로가 before_tool 하나로만 모이는 것을 보실 수 있습니다.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2026-07-29T16:45:42Z</dcterms:created>
  <dcterms:modified xsi:type="dcterms:W3CDTF">2026-07-29T16:45:42Z</dcterms:modified>
</cp:coreProperties>
</file>