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한 문장으로 시작합니다.
"도구를 쓰는 한국어 에이전트에서, 안전장치를 '어디에' 둬야 하는가를 실측으로 답한 프로젝트입니다."
이 발표의 결론을 먼저 말해두면 끝까지 따라오기 쉽습니다 — 강제는 결정적 게이트가 하고, 분류기는 어디서 뚫리는지 재는 계측기로 강등해야 한다는 것입니다.
[20초]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'공격 표면이 옮겨갔다'는 것입니다.
챗봇 시절엔 사용자가 입력한 문장만 검사하면 됐습니다. 그런데 에이전트는 검색 결과·CRM 티켓·상담 메모를 읽고 스스로 도구를 호출합니다. 공격자가 통제할 수 있는 건 사용자 발화가 아니라 그 도구가 돌려주는 값입니다.
실제 사례로 EchoLeak(CVE-2025-32711)이 있습니다. 문서 하나를 읽게 만들어 에이전트가 스스로 데이터를 외부로 보내게 한 취약점입니다.
한국어 상황은 더 나쁩니다. Kanana는 단일 발화만 보고, Prompt Guard는 한국어가 평가돼 있지 않습니다. 즉 '이 채널을 볼 도구'가 아예 없습니다.
[45초]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논점을 정확히 잘라야 합니다.
흔한 통념은 '가드레일 = 온디바이스 안전 분류기가 차단한다'입니다. 그런데 이 문장에는 두 축이 섞여 있습니다. 모델이 어디서 도는가(위치)와, 그 판정으로 무엇을 하는가(역할)입니다.
제 주장은 위치는 무관하다는 것입니다. 온디바이스든 API든 상관없습니다. 쟁점은 역할입니다 — 분류기가 '탐지'만 하는지, '강제'까지 하는지.
사전등록한 가설은 이렇습니다. 분류기가 신뢰 경계가 되는 순간 그건 theater다. 왜냐하면 분류기는 문자열을 읽고 판단하는데, 문자열은 공격자가 자유롭게 바꿀 수 있기 때문입니다.
그래서 이 발표는 '우리 분류기가 더 좋다'가 아니라 '분류기는 이 자리에 쓰면 안 된다'는 불가능성 논증입니다.
[50초]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구현 전체를 5계층으로 보여드립니다.
① 서비스 계층은 FastAPI·Pydantic. 키가 없거나 역할이 안 맞으면 401/403으로 fail-closed 합니다.
② 에이전트 런타임이 핵심입니다. 4개 seam 중 before_tool 한 곳에서만 강제가 일어납니다. AFC(자동 함수 호출)를 꺼서 모델이 게이트를 우회할 수 없게 했습니다. 여기서 강조할 점 — 게이트는 공격 텍스트의 의미를 분류하지 않습니다. 형식 검증이나 도메인 대조에서 문자열을 보긴 하지만 '이 문장이 공격인가'를 판단하지 않고, 도구 identity·구조화 인자·allowlist 로만 판정합니다. 그래서 페이로드가 한국어든 base64든 판정이 같습니다.
③ 운영 classifier 설정은 log-only로 봉인돼 있습니다 — 정책 스키마가 아예 '차단'을 표현할 수 없게 돼 있어서 실수로 분류기에 강제 권한을 줄 수가 없습니다. 다만 classifier_gate는 예외로, '분류기에 강제를 맡기면 어떻게 되는가'를 재기 위한 애블레이션 전용 negative-control arm입니다. provider 자체 안전 필터도 모델 출력을 차단할 수 있습니다.
④ 관측 계층은 실행 중 무엇이 차단·유출됐는지 봅니다. PII는 구조적으로 안 들어갑니다.
⑤ 평가·재현성 — 모든 수치가 results/ 에서 유도되고 run_id에 해시 계보가 박힙니다.
모델 사용 범위를 미리 못박아 두면 질의를 예방할 수 있습니다 — Gemini 3.5 Flash는 function-calling 스모크, 헤드라인 애블레이션은 gpt-4o-mini, ShieldGemma는 EN-KO 오프라인 실험, 녹화 데모는 FakeProvider scripted(키 불요)입니다.
[50초]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장이 '무엇으로 만들었나'였다면 이 장은 '요청이 어떻게 흐르나'입니다.
세부 라벨을 다 읽지 마시고 두 가지만 보시면 됩니다.
첫째, 왼쪽 세로 흐름입니다. 요청이 인증을 지나 ReAct 루프로 들어가고, 도구를 호출하려면 ★before_tool★ 게이트를 반드시 통과해야 합니다. 우회 경로가 없습니다.
둘째, 오른쪽 위 ③ 관측 블록입니다. 실행 중 상태를 여기서 읽습니다.
도구는 5종이고 위험티어가 다릅니다. search_kb는 readonly, send_email은 external이라 수신자 allowlist를 통과해야 하고, issue_refund는 irreversible이라 게이트를 통과해도 바로 실행되지 않고 HITL 승인 큐로 갑니다. 요청자와 승인자가 다른 사람이어야 하고, Idempotency-Key를 제공한 동일 요청 재시도는 중복 실행이 제거됩니다(키는 선택 헤더라 키 없이 같은 요청을 다시 보내면 별개 승인·실행으로 잡힙니다).
하나 더 — authz에 대화-고객 바인딩이 있습니다. 조회는 고객 A인데 발송은 고객 B로 나가는 confused-deputy 공격을 구조적으로 막습니다. 키가 여러 고객을 담당해도 요청이 지정한 한 고객으로 스코프가 좁혀집니다.
[40초]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발표의 핵심 증거입니다.
같은 공격 60건을 5가지 방어 구성으로 각각 돌렸습니다. 지표는 t-ASR — 공격이 '시도'된 게 아니라 실제로 '실행'된 비율입니다.
무방어가 0.17입니다. 프롬프트로 애원하는 plea는 0.18로 그대로고, 데이터마킹 spotlight는 오히려 0.25로 올라갑니다. 분류기에 강제 권한을 준 arm도 0.17, 무방어와 같습니다. 세 방어 모두 통계적으로 무방어와 구별되지 않습니다.
결정적 게이트만 0.00입니다. 관측된 모든 실행을 차단했습니다.
여기서 정직하게 짚어야 할 게 있습니다. p=0.002는 행 단위 값인데, 60건이 2시나리오×5스타일×6난독화라 변형끼리 상관돼 있습니다. 군집 단위로 보수적으로 다시 계산하면 p=0.125로 유의 임계에 못 미칩니다. 시나리오를 12개로 늘린 post-hoc v0.2에서는 p=0.031이지만 다중비교 보정하면 역시 미유의입니다.
그래서 제가 방어할 수 있는 주장은 '통계적으로 유의하게 증명했다'가 아니라 '구조적으로 모든 성공 케이스를 차단했고 방향이 일관된다'입니다.
[90초]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장에서 '분류기는 못 막는다'고 했는데, 왜 그런지가 이 장입니다.
Kanana는 한국어 인젝션 탐지 SOTA입니다. 같은 공격 페이로드를 두 방식으로 넣어봤습니다.
사용자 발화로 넣으면 recall 1.0 — 전부 잡습니다. 완벽합니다.
그런데 그 페이로드를 도구 반환값 위치에 넣으면 recall 0.0 — 하나도 못 잡습니다.
원인은 모델 성능이 아니라 배선입니다. chat template이 tool 역할 턴을 아예 드롭해버립니다. 즉 분류기가 그 텍스트를 '보지 못합니다'. 성능 문제가 아니라 구조 문제라는 게 핵심입니다.
반대로 게이트는 원본이든 난독화든 t-ASR이 0.00으로 같습니다. 공격 문장의 의미를 판정 근거로 쓰지 않기 때문입니다.
정직하게 정정할 것도 있습니다. 사전등록 때 난독화하면 Kanana가 0.25 이상 무너질 거라고 예측했는데 실제로는 0.1이었습니다. 예측이 틀렸고 그대로 보고합니다. 논지를 지탱하는 건 그 예측이 아니라 채널 맹점 쪽입니다.
[75초]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게이트가 실행을 막는다면, DLP는 '혹시 나가더라도 뭐가 나가느냐'를 다룹니다.
요청 스코프 가역 볼트를 씁니다. 모델에게는 주민번호 대신 &lt;KR_RRN_1&gt; 같은 토큰만 보여주고, 같은 사람은 홉이 바뀌어도 같은 토큰을 받습니다. 그래야 모델이 대화를 이어갈 수 있습니다.
표를 보시면 볼트를 끄면 이메일이 모델에 0.75 비율로 노출됩니다. 켜면 전부 0입니다. 모델 노출과 비인가 싱크 유출 둘 다 0%입니다.
한 가지 정직하게 밝힐 부분 — 수신자 주소나 계좌처럼 라우팅에 필요한 인자는 게이트 검사 직전에 원본으로 복원합니다. 토큰인 채로 allowlist를 검사하면 정당한 고객 주소까지 다 막히기 때문입니다. 이건 설계상 정상이고 유출 집계에서 제외합니다. 대신 복원된 원본 PII는 디스크 트레이스에 절대 직렬화하지 않습니다.
[60초]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여기부터는 부록입니다. 헤드라인 주장과는 분리해서 봐주십시오.
RunPod RTX 4090에서 세 가지를 학습했습니다.
R6은 한국어 비정형 PII를 잡는 NER입니다. span F1 0.9845가 나왔는데, 이건 openpii 템플릿 분포 안의 홀드아웃이고 행 단위 랜덤 분할이라 누수 가능한 상한입니다. 실제 상담 대화로의 일반화는 별개 문제입니다.
R7은 K-MHaS 9클래스 멀티라벨 유해성 분류로 Macro-F1 0.709입니다.
가장 의미 있는 건 세 번째입니다. 다국어 인코더 e5에 영어로 학습한 LR을 얹었더니 영어 F1은 0.954인데 한국어는 0.0이었습니다. 인코더만 다국어로 바꿔도 한국어 문제가 해결되지 않는다는 뜻이고, 이게 오히려 제 논지를 재확인해줍니다.
이 모델들은 운영 경로에서 LOG-ONLY입니다 — 실행 차단에는 쓰지 않습니다. classifier_gate arm 만이 예외인데, 그건 '분류기에 강제를 맡기면 어떻게 되는가'를 재려고 일부러 만든 대조군입니다.
[40초]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 말고 남는 것들입니다.
첫째, KoTIP-Bench입니다. 한국어 도구채널 인젝션 평가셋을 직접 만들었습니다. 라이선스가 clean해서 Train/Dev/Test 분할째로 공개할 수 있습니다. 제가 아는 한 한국어로 이 채널을 재는 공개 벤치는 없었습니다.
둘째, Presidio 한국어 인식기 결함 2건을 정량적으로 확인했습니다. 하나는 여권 인식기가 supported_language를 kr로 잘못 등록해 ko 파이프라인에 아예 로드되지 않는 것이고, 다른 하나는 주민번호 인식기의 컨텍스트 단어에 한글이 하나도 없는 것입니다. 둘 다 upstream에 올릴 만한 내용입니다.
셋째, 재현성입니다. 테스트 125개가 통과하고, run_id에 데이터셋·정책·레일 아티팩트 해시를 박아둡니다. 그래서 셋 중 하나라도 바뀌면 옛 결과가 자동으로 격리됩니다. 오래된 수치가 새 결과인 척 섞이는 사고를 구조적으로 막습니다.
[40초]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도는 걸 보여드립니다. API 키 없이 재현됩니다.
run_demo 한 명령이면 같은 공격 에피소드를 세 가지 구성으로 재생합니다. 화면 왼쪽이 무방어입니다. hop2에서 send_email이 공격자 주소로 그냥 실행됩니다 — 유출입니다.
가운데가 Tier A입니다. 똑같은 호출인데 egress.email_domains 규칙에 걸려 차단됩니다. 중요한 건 attempted는 True이고 executed만 False라는 점입니다. 모델은 여전히 속았지만 행동이 나가지 않았습니다. 이게 '탐지 실패해도 안전하다'는 뜻입니다.
오른쪽은 볼트까지 켠 구성인데 본문의 주민번호 때문에 dlp.egress에서 먼저 걸립니다.
그리고 실행 관측입니다. 데모가 끝나면 메트릭 요약이 같이 찍히는데, leaks_total이 무방어에서만 1이고 게이트 arm에서는 0입니다. 이게 이 시스템의 핵심 불변식이고, 서비스로 띄우면 monitor가 같은 값을 실시간으로 빨강/초록으로 보여줍니다.
[60초]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마무리하겠습니다. 한계부터 말씀드리는 게 맞다고 생각합니다.
첫째, 사전등록한 예측 하나가 반증됐습니다. 난독화하면 Kanana가 크게 무너질 거라 했는데 아니었습니다. 숨기지 않고 그대로 보고합니다.
둘째, 분류기 강제 arm은 한국어를 거의 못 보는 영어 CPU 레일로만 측정했습니다. 한국어가 되는 분류기로 강제했을 때는 미측정입니다.
셋째, Tier B의 taint는 모델을 한 번 거치면 세탁됩니다. 그래서 Tier C가 필요한데 설계 명세만 제출하고 구현은 못 했습니다. 단일 모델·소규모 코퍼스인 것도 한계입니다.
그래서 제가 주장하는 범위는 딱 세 가지입니다 — Tier A 게이트, Kanana 채널갭, PII 볼트 DLP. 나머지는 부록입니다.
결론은 한 문장입니다. 강제는 분류기가 아니라 결정적 게이트에 두어야 하고, 분류기는 어디서 뚫리는지를 재는 계측기로 쓰는 게 맞습니다.
감사합니다.
[60초]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대비 백업 슬라이드입니다.
누적 arm 두 개가 의미 있습니다. Tier A에 Tier B를 더해도, 분류기를 더해도 결과가 t-ASR 0.00으로 똑같습니다(p=1.0). 즉 한계 이득이 없습니다.
Tier B는 A 위에서 공격을 더 줄이지 못합니다 — 로그 전용으로 강등할 근거입니다. 다만 정직하게 짚으면, 과차단이 늘었다는 증거는 없습니다(tier_a 1/2 vs tier_a_b 0/2, n=2라 판별력 없음). 방어 가능한 주장은 '추가 공격 감소 없음'까지입니다. 분류기를 A 위에 얹어도 결과가 안 변한다는 건 '강제는 게이트, 분류기는 텔레메트리'라는 논지의 직접 확증입니다.
오른쪽 군집 표가 보수적 재분석입니다. 독립성을 보정하면 p=0.125로 유의 임계 미달이지만, discordant가 4:0으로 방향은 완전히 일관됩니다.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재현 절차 백업입니다. 위 네 줄은 API 키 없이 그대로 돕니다.
아래 블록은 발표 자산 재생성 순서입니다. 그림이 results/를 읽고 슬라이드가 그림을 읽으므로 이 순서를 지켜야 합니다. 역순으로 하면 낡은 자산이 렌더됩니다.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87452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SafeAgent-KR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66928" y="278892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9ECB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도구 채널을 보는 한국어 AI 에이전트 안전 런타임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347472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EF2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단일 발화 가드레일의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A5D6A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구조적 사각지대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EF2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를 측정하고, 강제(enforcement)를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A5D6A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결정적 게이트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EF2F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 이관한다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66928" y="475488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NIPA-Google · 개인 프로젝트 · 2026.07 · 장석희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 — 공격은 '사용자'가 아니라 '도구'로 들어온다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859536"/>
            <a:ext cx="11057839" cy="320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SafeAgent-KR · NIPA-Google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1234440"/>
            <a:ext cx="11057839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에이전트는 검색 문서·티켓·메모를 읽고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B5E2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행동한다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공격자가 통제하는 건 사용자 발화가 아니라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B5E2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도구 반환값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  → 간접 프롬프트 인젝션 (EchoLeak, CVE-2025-32711 동형)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한국어엔 이 채널을 볼 수단이 마땅치 않다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  Kanana = 단일 발화 전용 · Prompt Guard = 한국어 미평가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66928" y="3977640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977640"/>
            <a:ext cx="1072865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5E2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입력단만 지키는 통념적 가드레일은 공격이 지나가는 지점을 아예 보지 못한다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66928" y="489204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사용자 발화  →  [ 가드레일 검사 ]  →  모델  →  도구 호출  →  ★도구 반환값 = 검사 없음★  →  행동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질문 — 온디바이스 분류기가 가드레일이면 되나?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859536"/>
            <a:ext cx="11057839" cy="320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SafeAgent-KR · NIPA-Google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1234440"/>
            <a:ext cx="11057839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통념: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가드레일 = 온디바이스 안전 분류기(ShieldGemma·Kanana)가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B13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차단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축 분리: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위치(API vs 온디바이스)는 무관 —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B5E2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역할(탐지 vs 강제)이 쟁점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가설(사전등록):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분류기가 신뢰 경계가 되면 theater ·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B5E2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결정적 게이트만 견고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66928" y="3611880"/>
            <a:ext cx="11057839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3703320"/>
            <a:ext cx="1060063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“우리 분류기가 남의 것을 이겼다”가 아니라 —
</a:t>
            </a:r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213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“분류기는 이 채널에서 강제 수단이 될 수 없으니 로그 전용으로 강등하고,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213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강제는 도구별 결정적 정책 게이트가 담당해야 한다”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는 불가능성 논증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아키텍처 &amp; 기술 스택 — 강제와 탐지를 코드로 분리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859536"/>
            <a:ext cx="11057839" cy="320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SafeAgent-KR · NIPA-Google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  <a:endParaRPr lang="en-US" sz="1200" dirty="0"/>
          </a:p>
        </p:txBody>
      </p:sp>
      <p:pic>
        <p:nvPicPr>
          <p:cNvPr id="7" name="Image 0" descr="/Users/jangseokhee/workspace/ML/safeagent-kr/docs/architecture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24128"/>
            <a:ext cx="11057839" cy="51480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실행 흐름 — 요청이 게이트를 반드시 통과한다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859536"/>
            <a:ext cx="11057839" cy="320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SafeAgent-KR · NIPA-Google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  <a:endParaRPr lang="en-US" sz="1200" dirty="0"/>
          </a:p>
        </p:txBody>
      </p:sp>
      <p:pic>
        <p:nvPicPr>
          <p:cNvPr id="7" name="Image 0" descr="/Users/jangseokhee/workspace/ML/safeagent-kr/docs/모델_아키텍처_사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024128"/>
            <a:ext cx="7498080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★헤드라인★ — genuine vs theater (5-arm 애블레이션, n=60)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859536"/>
            <a:ext cx="11057839" cy="320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SafeAgent-KR · NIPA-Google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15568"/>
          <a:ext cx="5532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554480"/>
                <a:gridCol w="1143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arm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t-ASR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McNemar p (vs 무방어)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판정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무방어 (기준선)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0.17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—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기준선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+plea (프롬프트 애원)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0.18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n.s. (p=1.0)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theater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+spotlight (데이터마킹)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0.25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n.s. (p=0.18)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136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theater ↑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+분류기 강제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0.17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n.s. (p=1.0)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theater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5E2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+결정적 게이트 (Tier A)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5E2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5E2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p=0.002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5E2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genuine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/Users/jangseokhee/workspace/ML/safeagent-kr/report/figs/fig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115568"/>
            <a:ext cx="5285232" cy="27614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66928" y="406908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13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⚠️ 행 단위 p=0.002는 탐색적(난독화 변형끼리 상관) → 군집(10개) 단위 p=0.125. post-hoc v0.2(시나리오 2→12)는 p=0.031이나 Bonferroni 보정 시 미유의.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13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따라서 '보정 후에도 통계적으로 유의하다'고 주장하지 않는다. 방어 가능한 주장은 아래 한 줄이다.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566928" y="4800600"/>
            <a:ext cx="11057839" cy="502920"/>
          </a:xfrm>
          <a:prstGeom prst="roundRect">
            <a:avLst>
              <a:gd name="adj" fmla="val 1090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31520" y="480060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구조적 차단 — 무방어가 성공한 모든 케이스를 게이트가 막았고 방향이 일관된다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566928" y="541324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분류기 arm은 한국어를 0.022로 채점하는 영어학습 CPU 레일(교차언어 눈멂) · spotlight는 before_model 지시문만 주입한 부분 구현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분류기는 못 막나 — 채널 맹점 (GPU 실측)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859536"/>
            <a:ext cx="11057839" cy="320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SafeAgent-KR · NIPA-Google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</a:t>
            </a:r>
            <a:endParaRPr lang="en-US" sz="1200" dirty="0"/>
          </a:p>
        </p:txBody>
      </p:sp>
      <p:pic>
        <p:nvPicPr>
          <p:cNvPr id="7" name="Image 0" descr="/Users/jangseokhee/workspace/ML/safeagent-kr/report/figs/fig_channel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43000"/>
            <a:ext cx="6035040" cy="34472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66560" y="123444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Kanana(한국어 SOTA): 발화 recall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5E2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→ 도구채널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13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0.0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  chat template이 tool 턴을 드롭 → 구조적으로 못 본다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성능이 아니라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13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배선의 문제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  모델을 키워도 안 보이는 건 여전히 안 보인다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게이트 t-ASR: 원본 = 난독화 =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5E2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0.00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  텍스트를 안 읽으므로 난독화가 판정을 못 바꾼다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난독화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9종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학습 4 /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13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holdout 5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  자모분해·초성·유니코드태그·이모지 스머글링·간격 = 학습에 안 쓴 계열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66928" y="489204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13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정직 정정: 사전등록 P1b(난독화 붕괴 ≥0.25)는 반증됨(실측 0.1). 논지는 채널 맹점(P1a=1.0)이 지탱한다.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DLP — 유출돼도 '토큰'만 나간다 (경계 분리 · n=8)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859536"/>
            <a:ext cx="11057839" cy="320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SafeAgent-KR · NIPA-Google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  <a:endParaRPr lang="en-US" sz="1200" dirty="0"/>
          </a:p>
        </p:txBody>
      </p:sp>
      <p:pic>
        <p:nvPicPr>
          <p:cNvPr id="7" name="Image 0" descr="/Users/jangseokhee/workspace/ML/safeagent-kr/report/figs/fig_dl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43000"/>
            <a:ext cx="5943600" cy="3392424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234440"/>
          <a:ext cx="489204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PII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모델 생성 인자 OFF→ON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비인가 콘텐츠 필드 OFF→ON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email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0.75 → 0.00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0.125 → 0.00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account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0.25 → 0.00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0.00 → 0.00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phone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0.125 → 0.00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0.125 → 0.00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rrn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0.00 → 0.00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0.00 → 0.00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6720840" y="342900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요청 스코프 가역 볼트 · 홉 간 같은 사람 → 같은 토큰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볼트 ON →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5E2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매핑된 PII 기준 원본 노출 0%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(n=8)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B13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dlp: fail: closed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비식별 실패 시 원본 미전달·차단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566928" y="489204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라우팅(to/account) 복원은 설계상 정상 → 유출 집계 제외 · 복원 실행 인자(effective_args)는 미직렬화 — 단 user_input·tool_args·final_text는 저장되므로 트레이스 전체 마스킹은 별도 과제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학습형 레일 — GPU 실측 (부록 · 탐지 축)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859536"/>
            <a:ext cx="11057839" cy="320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SafeAgent-KR · NIPA-Google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88720"/>
          <a:ext cx="11057839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560320"/>
                <a:gridCol w="2560320"/>
                <a:gridCol w="219456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실험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베이스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데이터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실측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런타임 역할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R6 PII NER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klue/roberta-small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openpii-ko 20k, 9개체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span F1 0.9845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오프라인 부록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R7 유해성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klue/roberta-base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K-MHaS 20k, 9클래스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Macro-F1 0.709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오프라인 부록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e5 + LR 교차언어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multilingual-e5-small(동결)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Nemotron 영어 1,663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1361E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EN 0.954 / KO 0.0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B6B7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LOG-ONLY 레일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3200400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320040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e5 KO F1 = 0.0 → 인코더만 다국어로 바꿔도 한국어·채널 문제는 해결되지 않는다 (논지 재확인)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66928" y="3931920"/>
            <a:ext cx="11057839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13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⚠️ R6은 행단위 랜덤분할(=누수 가능 상한, 템플릿 홀드아웃 아님) → 부록 예비수치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13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⚠️ klue 파생 가중치는 CC-BY-SA 상속 → 수치 보고만, 공개 재배포 지양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66928" y="489204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학습형 축은 '탐지'용 부록 — 헤드라인 주장(강제 = 게이트)과 분리한다.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데이터셋 · 재현성 기여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859536"/>
            <a:ext cx="11057839" cy="320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SafeAgent-KR · NIPA-Google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1280160"/>
            <a:ext cx="1105783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B5E2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KoTIP-Bench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한국어 도구채널 인젝션 평가셋 (자체 구축)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  공격 벤치 dev 30 / test 60 · Nemotron 파생 레일 데이터 train 1,663 / dev 560 / test 304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Presidio 한국어 인식기 결함 2건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정량 확인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  여권 인식기 언어코드 오등록(kr≠ko) · RRN 한글 컨텍스트 부재 — upstream 이슈 대상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125 테스트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통과 (.venv; CI-core 119 · presidio 6) · temp=0 근사 재현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계보 각인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run_id = dataset + policy + rail 아티팩트 해시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  신규 실행부터 dataset·policy·rail 변경을 자동 분리 (현 동결 헤드라인 434행은 provenance 도입 이전 산출물)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66928" y="484632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공개 평가셋 11/11 · 공개 학습셋 3/11 (나머지는 “학습 개념 미적용=결정적” 또는 “평가 전용”으로 표에 명시)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데모 — 무방어 유출 vs 게이트 차단 (★키 불요 재현★)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859536"/>
            <a:ext cx="11057839" cy="320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SafeAgent-KR · NIPA-Google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  <a:endParaRPr lang="en-US" sz="1200" dirty="0"/>
          </a:p>
        </p:txBody>
      </p:sp>
      <p:pic>
        <p:nvPicPr>
          <p:cNvPr id="7" name="Image 0" descr="/Users/jangseokhee/workspace/ML/safeagent-kr/report/figs/trace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78992"/>
            <a:ext cx="11057839" cy="29809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" y="4206240"/>
            <a:ext cx="11057839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B13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scripts.run_demo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(3-arm 결정적 재생 · 키 불요)  → 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B13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app.trace_view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(위 타임라인 HTML)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6213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gate_blocks_total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·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dlp_redactions_total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·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B1361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leaks_total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(무방어 1 / 게이트 0 — 핵심 불변식) · 지연 p50/p95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66928" y="5138928"/>
            <a:ext cx="11057839" cy="530352"/>
          </a:xfrm>
          <a:prstGeom prst="roundRect">
            <a:avLst>
              <a:gd name="adj" fmla="val 10345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31520" y="5138928"/>
            <a:ext cx="10728655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탐지에 실패해도 행동이 나가지 않는다 — attempted=True, executed=False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66928" y="5779008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라이브 서비스 관측: curl :8000/v1/metrics · python -m scripts.monitor   |   라이브 모델 유도: --provider openai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한계 &amp; 결론 (정직성)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859536"/>
            <a:ext cx="11057839" cy="320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SafeAgent-KR · NIPA-Google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6928" y="1280160"/>
            <a:ext cx="11057839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B1361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사전등록 예측 P1b 미달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— 난독화 붕괴 ≥0.25 예측이 반증(0.1). 그대로 보고.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classifier_gate arm은 교차언어로 눈먼 영어 CPU 레일로만 측정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Tier B taint 세탁 → Tier C 필요(설계 명세만 제출) · 단일 모델 gpt-4o-mini · 소규모 코퍼스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 헤드라인 범위: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B5E2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Tier A 게이트 · Kanana 채널갭 · PII 볼트 DLP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22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3가지만 주장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  R6/R7/R4/ShieldGemma는 부록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66928" y="4297680"/>
            <a:ext cx="11057839" cy="1051560"/>
          </a:xfrm>
          <a:prstGeom prst="roundRect">
            <a:avLst>
              <a:gd name="adj" fmla="val 5217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297680"/>
            <a:ext cx="1072865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강제는 분류기가 아니라 결정적 게이트에.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분류기는 '어디서 뚫리는지'(언어·채널)를 재는 도구.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부록 A — 7-arm 전체 · 군집 단위 민감도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859536"/>
            <a:ext cx="11057839" cy="320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SafeAgent-KR · NIPA-Google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arm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t-ASR (all, n=60)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 vs 무방어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none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0.17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—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plea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0.18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n.s. (p=1.0)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spotlight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0.25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n.s. (p=0.18)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classifier_gate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0.17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n.s. (p=1.0)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tier_a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5E2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p=0.002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tier_a_b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5E2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p=0.002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cg_plus_tier_a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5E2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0.00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p=0.002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188720"/>
          <a:ext cx="53035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arm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군집 성공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discordant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군집 p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none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4/10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—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—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plea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4/10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1:1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1.0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spotlight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5/10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0:1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1.0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classifier_gate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4/10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1:1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1.0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tier_a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0/10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4:0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0.125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tier_a_b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0/10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4:0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0.125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cg_plus_tier_a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0/10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4:0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223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0.125</a:t>
                      </a:r>
                      <a:endParaRPr lang="en-US" sz="14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566928" y="411480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군집 = 시나리오 × 스타일(10개). 같은 기본공격의 난독화 6변형을 1표로 접어 상관을 제거한 보수적 분석.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566928" y="4572000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31520" y="457200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누적 arm(A+B, 분류기+A) 모두 t-ASR 0.00 · 추가 공격 감소 없음 → Tier B·분류기 로그 전용 강등 근거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13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부록 B — 재현 절차 (키 불요 경로)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859536"/>
            <a:ext cx="11057839" cy="320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SafeAgent-KR · NIPA-Google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76127" y="6455664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6928" y="1143000"/>
            <a:ext cx="11057839" cy="4572000"/>
          </a:xfrm>
          <a:prstGeom prst="roundRect">
            <a:avLst>
              <a:gd name="adj" fmla="val 1000"/>
            </a:avLst>
          </a:prstGeom>
          <a:solidFill>
            <a:srgbClr val="F4F6F8"/>
          </a:solidFill>
          <a:ln w="12700">
            <a:solidFill>
              <a:srgbClr val="C9D4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1280160"/>
            <a:ext cx="10655503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검증 (키 불요)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scripts.run_demo                 # 무방어=유출 vs 게이트=차단 3-arm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app.trace_view                   # 실행 과정 타임라인 HTML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pytest -q                        # 125 passed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eval.ablation                    # runs.jsonl → 표·p값 재집계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발표 자산 재생성 (반드시 이 순서)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eval.ablation                    # ① results/*.csv|json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scripts.run_demo                 # ② demo_traces.jsonl (바이트 재현)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app.trace_view                   # ③ trace_view.html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scripts.gen_trace_shot           # ④ figs/trace_view.png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scripts.gen_slide_figs           # ⑤ figs/fig_*.png  (matplotlib 필요)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scripts.gen_arch_stack           # ⑥ docs/architecture_stack.png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python -m scripts.gen_model_arch           # ⑦ docs/모델_아키텍처_사진.png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marp report/발표자료_슬라이드.md --pdf --pptx --allow-local-files   # ⑧ 투사용 PDF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223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cd scripts/pptx &amp;&amp; npm run build           # ⑨ 편집용 PPTX (이 파일)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NIPA-Google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SafeAgent-KR — 도구 채널을 보는 한국어 AI 에이전트 안전 런타임</dc:title>
  <dc:subject>PptxGenJS Presentation</dc:subject>
  <dc:creator>장석희</dc:creator>
  <cp:lastModifiedBy>장석희</cp:lastModifiedBy>
  <cp:revision>1</cp:revision>
  <dcterms:created xsi:type="dcterms:W3CDTF">2026-07-29T08:29:34Z</dcterms:created>
  <dcterms:modified xsi:type="dcterms:W3CDTF">2026-07-29T08:29:34Z</dcterms:modified>
</cp:coreProperties>
</file>